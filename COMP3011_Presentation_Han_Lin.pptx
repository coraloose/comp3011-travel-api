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Travel Planner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COMP3011 Coursework 1</a:t>
            </a:r>
          </a:p>
          <a:p>
            <a:r>
              <a:t>Han Lin</a:t>
            </a:r>
          </a:p>
          <a:p>
            <a:r>
              <a:t>Student ID: 201690928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Places (CRUD)</a:t>
            </a:r>
          </a:p>
          <a:p>
            <a:pPr lvl="1"/>
            <a:r>
              <a:t>Create Trips</a:t>
            </a:r>
          </a:p>
          <a:p>
            <a:pPr lvl="1"/>
            <a:r>
              <a:t>Plan Itinerary</a:t>
            </a:r>
          </a:p>
          <a:p>
            <a:pPr lvl="1"/>
            <a:r>
              <a:t>Record Expenses</a:t>
            </a:r>
          </a:p>
          <a:p>
            <a:pPr lvl="1"/>
            <a:r>
              <a:t>Provide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Stage 1: Place CRUD</a:t>
            </a:r>
          </a:p>
          <a:p>
            <a:pPr lvl="1"/>
            <a:r>
              <a:t>Stage 2: Trip &amp; TripPlace</a:t>
            </a:r>
          </a:p>
          <a:p>
            <a:pPr lvl="1"/>
            <a:r>
              <a:t>Stage 3: Bookmark &amp; Review</a:t>
            </a:r>
          </a:p>
          <a:p>
            <a:pPr lvl="1"/>
            <a:r>
              <a:t>Stage 4: Expense &amp; Budget Summary</a:t>
            </a:r>
          </a:p>
          <a:p>
            <a:pPr lvl="1"/>
            <a:r>
              <a:t>Stage 5: Analytics &amp; Itinerary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3.12</a:t>
            </a:r>
          </a:p>
          <a:p>
            <a:pPr lvl="1"/>
            <a:r>
              <a:t>FastAPI</a:t>
            </a:r>
          </a:p>
          <a:p>
            <a:pPr lvl="1"/>
            <a:r>
              <a:t>SQLAlchemy ORM</a:t>
            </a:r>
          </a:p>
          <a:p>
            <a:pPr lvl="1"/>
            <a:r>
              <a:t>SQLite Database</a:t>
            </a:r>
          </a:p>
          <a:p>
            <a:pPr lvl="1"/>
            <a:r>
              <a:t>Swagger (OpenAPI)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Trip → TripPlace → Place</a:t>
            </a:r>
          </a:p>
          <a:p>
            <a:pPr lvl="1"/>
            <a:r>
              <a:t>Place → Bookmark</a:t>
            </a:r>
          </a:p>
          <a:p>
            <a:pPr lvl="1"/>
            <a:r>
              <a:t>Place → Review</a:t>
            </a:r>
          </a:p>
          <a:p>
            <a:pPr lvl="1"/>
            <a:r>
              <a:t>Trip → Expense</a:t>
            </a:r>
          </a:p>
          <a:p>
            <a:pPr lvl="1"/>
            <a:r>
              <a:t>TripPlace stores day and order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Budget Summary: SUM + GROUP BY</a:t>
            </a:r>
          </a:p>
          <a:p>
            <a:pPr lvl="1"/>
            <a:r>
              <a:t>City Rankings: AVG + COUNT</a:t>
            </a:r>
          </a:p>
          <a:p>
            <a:pPr lvl="1"/>
            <a:r>
              <a:t>Minimum review threshold</a:t>
            </a:r>
          </a:p>
          <a:p>
            <a:pPr lvl="1"/>
            <a:r>
              <a:t>Automatic Itinerary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GenAI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planning support</a:t>
            </a:r>
          </a:p>
          <a:p>
            <a:pPr lvl="1"/>
            <a:r>
              <a:t>Debugging assistance</a:t>
            </a:r>
          </a:p>
          <a:p>
            <a:pPr lvl="1"/>
            <a:r>
              <a:t>REST API review</a:t>
            </a:r>
          </a:p>
          <a:p>
            <a:pPr lvl="1"/>
            <a:r>
              <a:t>Testing validation</a:t>
            </a:r>
          </a:p>
          <a:p>
            <a:pPr lvl="1"/>
            <a:r>
              <a:t>Final implementation by student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